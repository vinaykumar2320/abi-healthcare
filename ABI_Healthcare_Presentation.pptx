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475488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</a:t>
            </a:r>
            <a:endParaRPr lang="en-US" sz="5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 Billing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 Frameworks Hackathon  ·  Vinay Kumar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6400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6400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949440" y="2011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0" y="27432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949440" y="4114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Formats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Billers spend hours manually reviewing patient charts to find who qualifies for Medicare Part B wound care billing.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3337560"/>
            <a:ext cx="5303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3593592"/>
            <a:ext cx="182880" cy="1828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520440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locked in EHR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80360" y="35204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PointClickCare API — rate-limited, no direct DB 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182880" cy="1828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9592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note formats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0360" y="399592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SOAP, Prose, Multi-wound, Envive — each requires different parsing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544568"/>
            <a:ext cx="182880" cy="182880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47141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 today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447141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reviewed by hand for coverage + wound documentation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"/>
            <a:ext cx="2651760" cy="4434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59436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entire triage pipeline — from API to biller-ready decision — in one run.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33756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CF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  →  extract.py  →  rules.py  →  app.py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760720" y="201168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0" y="20116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565392" y="201168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5392" y="20116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70064" y="201168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70064" y="20116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174736" y="201168"/>
            <a:ext cx="749808" cy="292608"/>
          </a:xfrm>
          <a:prstGeom prst="roundRect">
            <a:avLst>
              <a:gd name="adj" fmla="val 15625"/>
            </a:avLst>
          </a:prstGeom>
          <a:solidFill>
            <a:srgbClr val="059669">
              <a:alpha val="2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4736" y="20116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7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749808"/>
            <a:ext cx="8869680" cy="4251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pipeline data flow  ·  Right: triage decision logic (rules.py)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Ingestion &amp;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Handling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374904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/pcc/patients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facility_id →  300 patients, 3 facilities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374904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768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/pcc/diagnoses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963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(string FA-001) →  ICD-10 codes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374904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260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/pcc/coverage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145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 (string) →  payer / MCB status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374904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753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/pcc/notes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7947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(integer) →  free-text clinical notes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3749040" cy="548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245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/pcc/assessments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4439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(integer) →  structured wound forms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809744"/>
            <a:ext cx="374904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81888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Dual IDs: string FA-001 for /diagnoses &amp; /coverage  ·  integer for /notes &amp; /assessments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0"/>
            <a:ext cx="0" cy="5143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20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STRATEGY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594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requests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HTTP 429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892040" y="1481328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1755648"/>
            <a:ext cx="347472" cy="347472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7556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17373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99339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endpoint with patient/facility ID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61204" y="2103120"/>
            <a:ext cx="0" cy="3657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2551176"/>
            <a:ext cx="347472" cy="347472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551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532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Received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78892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Retry-After header value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61204" y="2898648"/>
            <a:ext cx="0" cy="3657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3346704"/>
            <a:ext cx="347472" cy="347472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346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33284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&amp; Retry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58444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— honour header delay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61204" y="3694176"/>
            <a:ext cx="0" cy="3657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92040" y="4142232"/>
            <a:ext cx="347472" cy="347472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142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49240" y="41239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Result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 raw_patient_data.pkl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EXTRACT.PY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Data Extraction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3210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structured assessment?  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Local Python JSON Parser       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Gemini 2.5 Pro NLP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12848"/>
            <a:ext cx="20116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322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2615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Parser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5528" y="283464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structured. Wound type, stage, and dimensions are explicit labeled fields — parsed directly.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212848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212848"/>
            <a:ext cx="20116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2322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01768" y="26151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01768" y="283464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Abbreviated free text (e.g. Meas 4.2×3.1×1.5cm). No assessment → Gemini extracts wound fields.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602736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602736"/>
            <a:ext cx="20116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37124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40050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 + Flag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95528" y="422452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wounds in one note. Gemini extracts both; rules.py flags for review (wound_count &gt; 1).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602736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3602736"/>
            <a:ext cx="20116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37124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01768" y="40050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01768" y="422452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unstructured narrative. No assessment available → Gemini 2.5 Pro extracts all clinical wound fields.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97433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extracted:  wound type  ·  stage  ·  location  ·  length × width × depth (cm)  ·  drainage level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RULES.PY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Routing Logic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321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== MCB?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627632"/>
            <a:ext cx="3657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4630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Count == 1?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627632"/>
            <a:ext cx="3657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630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Measurements Present?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52360" y="1627632"/>
            <a:ext cx="36576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463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Outcome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2606040" cy="294436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2331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01752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Payer = MCB  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" y="336499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Wound Count = 1 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" y="37124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 measurements present 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2331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directly to billing queue. No further review needed.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965960"/>
            <a:ext cx="2606040" cy="294436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83280" y="2926080"/>
            <a:ext cx="2331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301752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Payer = MCB 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0712" y="336499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Multi-wound note  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10712" y="37124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Missing any measurement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251960"/>
            <a:ext cx="2331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or biller must verify before claim submission.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1965960"/>
            <a:ext cx="2606040" cy="294436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21031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331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01752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Payer ≠ MCB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53912" y="336499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(Part A, Medicaid, HMO)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53912" y="37124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Regardless of wound data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251960"/>
            <a:ext cx="23317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3912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route to billing. Patient ineligible for Part B billing.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98348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Medicare Part B (eligible)  ·  ~15% Part A  ·  ~10% Medicaid  ·  ~15% HMO  —  only MCB patients enter the routing flow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·  ABIHEALTHCARE.STREAMLIT.APP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2286000" cy="118872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51206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92240" y="74980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92240" y="1335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out of total MCB patients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192024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836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02920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1810512"/>
            <a:ext cx="1920240" cy="107899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8836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587752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(Auto-Accept)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810512"/>
            <a:ext cx="1920240" cy="107899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18836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672584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57416" y="1810512"/>
            <a:ext cx="1920240" cy="107899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188366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757416" y="24688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Ineligible (Reject)</a:t>
            </a:r>
            <a:endParaRPr lang="en-US" sz="9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999232"/>
            <a:ext cx="8321040" cy="19202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2920" y="498348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abihealthcare.streamlit.app  ·  Data: final_triage_output.pkl  ·  Acceptance rate: 33.3%  (100/300 MCB patients)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PATIENTS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Walkthroughs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2606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89888"/>
            <a:ext cx="26060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FA-001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139696"/>
            <a:ext cx="2331720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3969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ACCEPT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Stage 3 Pressure Ulcer — sacrum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62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4.2 × 3.1 × 1.5 cm — fully documented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346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Drainage: Moderate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730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Payer: Medicare Part B  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Note: SOAP → JSON Parser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" y="4572000"/>
            <a:ext cx="2377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rules pass. Safe to bill.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389888"/>
            <a:ext cx="2606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389888"/>
            <a:ext cx="2606040" cy="6400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4447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FB-045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17373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2139696"/>
            <a:ext cx="233172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13969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Diabetic Foot Ulcer — left heel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962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Measurements: MISSING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346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Drainage: Heavy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730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Payer: Medicare Part B  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4114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Note: Prose → Gemini 2.5 Pro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4572000"/>
            <a:ext cx="2377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✓, single wound ✓, but measurements absent → flag.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389888"/>
            <a:ext cx="260604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1389888"/>
            <a:ext cx="2606040" cy="6400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4447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FC-088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1737360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139696"/>
            <a:ext cx="23317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139696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578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Wound type: Unknown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2962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Measurements: could not extract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33467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Drainage: undocumented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730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Payer: Medicare Part A  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41148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Note: Envive → Gemini 2.5 Pro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99048" y="4572000"/>
            <a:ext cx="2377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≠ MCB. First check fails. Stop.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2920" y="497433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patients processed  ·  ~60% MCB eligible  ·  pipeline runs end-to-end in a single command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8321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72768"/>
            <a:ext cx="8321040" cy="969264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234440" y="1719072"/>
            <a:ext cx="0" cy="6583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9888" y="164592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Extraction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1975104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assessments → fast local Python JSON parser (deterministic, free). No assessment → Gemini 2.5 Pro with constrained JSON schema. LLM only where regex fails.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89520" y="1664208"/>
            <a:ext cx="1115568" cy="2560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66420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8321040" cy="969264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70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234440" y="2798064"/>
            <a:ext cx="0" cy="6583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2724912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Routing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89888" y="3054096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routing in rules.py is pure rule-based logic — MCB check, wound count, measurement completeness. No ML. Every decision is auditable and explainable to a biller.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2743200"/>
            <a:ext cx="1115568" cy="2560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74320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730752"/>
            <a:ext cx="8321040" cy="969264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49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234440" y="3877056"/>
            <a:ext cx="0" cy="658368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89888" y="3803904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Defaults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89888" y="4133088"/>
            <a:ext cx="5943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always resolves to flag_for_review, never auto_accept. Multi-wound notes are flagged, not guessed. A false reject is cheaper than a wrong billing claim.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0" y="3822192"/>
            <a:ext cx="1115568" cy="25603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82219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4617720"/>
            <a:ext cx="8321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6177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caching between stages:    raw_patient_data.pkl   →   extracted_patient_data.pkl   →   final_triage_output.pkl   — re-runs skip completed stages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FEEDBACK  ·  IMPLEMENTED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Cache Optimization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53312"/>
            <a:ext cx="8321040" cy="5303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justification sent full patient context to Gemini 2.5 Pro — high token cost per patient, multiplied across 300 patients.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9319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Full context every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395728"/>
            <a:ext cx="393192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Patient record (notes + assessments + diagnoses)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393192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Insurance / coverage details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393192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wound description (all fields)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712464"/>
            <a:ext cx="393192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sent to Gemini 2.5 Pro → verbose justification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51376"/>
            <a:ext cx="393192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~800–1200 tokens per patient  ×  300 patients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011680"/>
            <a:ext cx="4023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0116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Keyword cache first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395728"/>
            <a:ext cx="402336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414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Extract keywords from each patient's records once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834640"/>
            <a:ext cx="402336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8529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Cache: wound type, stage, measurements, drainage, payer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273552"/>
            <a:ext cx="4023360" cy="3840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291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cache before any LLM call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712464"/>
            <a:ext cx="4023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730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Cache hit  →  assemble justification from keywords (0 tokens)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151376"/>
            <a:ext cx="4023360" cy="384048"/>
          </a:xfrm>
          <a:prstGeom prst="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1696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Cache miss  →  targeted Gemini call for gap only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53712" y="1920240"/>
            <a:ext cx="0" cy="28346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52544" y="3108960"/>
            <a:ext cx="402336" cy="402336"/>
          </a:xfrm>
          <a:prstGeom prst="oval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3108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617720"/>
            <a:ext cx="8321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6634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86460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type  ·  stage  ·  location  ·  drainage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587752" y="46634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87752" y="486460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 ·  width  ·  depth  ·  wound count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72584" y="46634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72584" y="486460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codes  ·  primary dx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57416" y="46634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57416" y="486460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 ·  MCB status  ·  effective date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RESULT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Cache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0" y="2176272"/>
            <a:ext cx="0" cy="4297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3364992"/>
            <a:ext cx="0" cy="4297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3364992"/>
            <a:ext cx="233172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3364992"/>
            <a:ext cx="0" cy="429768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17320"/>
            <a:ext cx="39319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17320"/>
            <a:ext cx="164592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1554480"/>
            <a:ext cx="310896" cy="310896"/>
          </a:xfrm>
          <a:prstGeom prst="oval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554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79576" y="152704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Keywords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9576" y="1819656"/>
            <a:ext cx="3145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ingest, scan diagnoses, notes, assessments, and coverage. Store as a structured keyword dict per patient_id.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39319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06040"/>
            <a:ext cx="164592" cy="10789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2743200"/>
            <a:ext cx="310896" cy="310896"/>
          </a:xfrm>
          <a:prstGeom prst="oval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743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9576" y="271576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9576" y="3008376"/>
            <a:ext cx="3145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generating justification, compare required fields against the patient's keyword cache. All fields present?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794760"/>
            <a:ext cx="39319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94760"/>
            <a:ext cx="164592" cy="1078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3931920"/>
            <a:ext cx="310896" cy="310896"/>
          </a:xfrm>
          <a:prstGeom prst="oval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931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9576" y="390448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 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79576" y="4197096"/>
            <a:ext cx="3145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justification from cached keywords. No LLM call. Zero tokens consumed.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794760"/>
            <a:ext cx="393192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794760"/>
            <a:ext cx="164592" cy="10789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56632" y="3931920"/>
            <a:ext cx="310896" cy="310896"/>
          </a:xfrm>
          <a:prstGeom prst="oval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39319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77256" y="3904488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  ~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77256" y="4197096"/>
            <a:ext cx="31455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only the missing fields to Gemini 2.5 Pro. Minimal targeted prompt — not full patient context.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1353312"/>
            <a:ext cx="0" cy="26974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1572768"/>
            <a:ext cx="393192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16093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~70–80%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919472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on cache-hit patients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377440"/>
            <a:ext cx="393192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4140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919472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only for missing fields — not full records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3182112"/>
            <a:ext cx="3931920" cy="71323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2186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919472" y="3584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accuracy — keywords are evidence-based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5138928"/>
            <a:ext cx="8321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4754880" cy="2971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517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patients ingested from live PCC API with retry handling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136392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0906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extraction: JSON parser + Gemini 2.5 Pro across 4 note formats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575304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5295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routing: AUTO ACCEPT  ·  FLAG REVIEW  ·  REJECT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014216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9684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cache: ~70–80% token reduction on justifications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5312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074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for billers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02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8046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abihealthcare.streamlit.app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1261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github.com/VinayKumar2320/ABI-Healthcare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737360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2128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fetch + retry + cache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779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0358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parser + Gemini 2.5 Pro NLP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3346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6027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MCB → count → measurements → decision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9136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16966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biller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4553712"/>
            <a:ext cx="37490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626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Optimization  ·  Keyword cache reduces justification token cost ~70–80%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ABI Healthcare — Wound Care Billing Pipeline</dc:title>
  <dc:subject>PptxGenJS Presentation</dc:subject>
  <dc:creator>PptxGenJS</dc:creator>
  <cp:lastModifiedBy>PptxGenJS</cp:lastModifiedBy>
  <cp:revision>1</cp:revision>
  <dcterms:created xsi:type="dcterms:W3CDTF">2026-06-28T19:36:08Z</dcterms:created>
  <dcterms:modified xsi:type="dcterms:W3CDTF">2026-06-28T19:36:08Z</dcterms:modified>
</cp:coreProperties>
</file>